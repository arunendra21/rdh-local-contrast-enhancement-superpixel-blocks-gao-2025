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Local Focus:</a:t>
            </a:r>
            <a:br/>
            <a:r>
              <a:t>Reversible Superpixel-Block Contrast Enhancement for Medical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Gao, Yang, Hu, Xia &amp; Shi (IEEE TCSVT,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Global enhancement flattens local detail.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Medical detail is local.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per superpixel block, reversibly.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diagnostic contrast of a region of interest (ROI).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clinical/annotation data during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 the exact original image (no diagnostic loss).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high fidelity,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Wu-Huang 2015 CE-RDH: whole-image contrast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medical/ROI-focused reversible enhancement.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Segment ROI; partition into blocks.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each block's local histogram.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bits per block.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recovery.</a:t>
            </a:r>
          </a:p>
        </p:txBody>
      </p:sp>
      <p:pic>
        <p:nvPicPr>
          <p:cNvPr id="5" name="Picture 4" descr="fi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452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Segment ROI (tissue).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Enhance ROI histogram + embed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Leave background untouched.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-&gt;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ROI pixels expanded outward around peaks; 1 bit / peak pixel.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ROI RMS contrast sigma rises; whole-image PSNR bounded.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AMBE tracks ROI brightness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MR/CT phantoms (no real patient data available).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Tissue ROI via thresholding; iterations swept.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ROI payload, whole PSNR, ROI contrast/entropy,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Local ROI contrast gain, sharper detail.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Whole PSNR maintained.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Bit-exact reversible.</a:t>
            </a:r>
          </a:p>
        </p:txBody>
      </p:sp>
      <p:pic>
        <p:nvPicPr>
          <p:cNvPr id="5" name="Picture 4" descr="fig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Local detail preserved.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per region.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Synthetic phantoms.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Superpixels approximated by blocks.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Per-block overhead.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True SLIC superpixels.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 datasets.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block counts.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ROI-restricted reversible contrast enhancement.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ROI contrast gain with exact recovery on phantoms.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Gao et al. Local CE Superpixel. IEEE TCSVT 35(2),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Gao et al. Adaptive Interval. IEEE SPL 32,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Wu, Dugelay, Shi. CE-RDH. IEEE SPL 22(1), 2015.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